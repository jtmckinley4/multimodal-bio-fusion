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418226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632818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62002"/>
            <a:ext cx="153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